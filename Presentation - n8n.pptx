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eist" panose="020B0604020202020204" charset="0"/>
      <p:regular r:id="rId18"/>
    </p:embeddedFont>
    <p:embeddedFont>
      <p:font typeface="Geist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00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-2-3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-3-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3.svg"/><Relationship Id="rId5" Type="http://schemas.openxmlformats.org/officeDocument/2006/relationships/image" Target="../media/image-3-3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6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-5-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4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-5-8.svg"/><Relationship Id="rId4" Type="http://schemas.openxmlformats.org/officeDocument/2006/relationships/image" Target="../media/image-5-2.sv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3.svg"/><Relationship Id="rId13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-7-5.svg"/><Relationship Id="rId12" Type="http://schemas.openxmlformats.org/officeDocument/2006/relationships/image" Target="../media/image-7-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8.png"/><Relationship Id="rId5" Type="http://schemas.openxmlformats.org/officeDocument/2006/relationships/image" Target="../media/image-7-3.svg"/><Relationship Id="rId10" Type="http://schemas.openxmlformats.org/officeDocument/2006/relationships/image" Target="../media/image-7-9.svg"/><Relationship Id="rId4" Type="http://schemas.openxmlformats.org/officeDocument/2006/relationships/image" Target="../media/image15.png"/><Relationship Id="rId9" Type="http://schemas.openxmlformats.org/officeDocument/2006/relationships/image" Target="../media/image17.png"/><Relationship Id="rId14" Type="http://schemas.openxmlformats.org/officeDocument/2006/relationships/image" Target="../media/image-7-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6.svg"/><Relationship Id="rId13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-8-10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-8-1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4.sv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10" Type="http://schemas.openxmlformats.org/officeDocument/2006/relationships/image" Target="../media/image-8-8.svg"/><Relationship Id="rId4" Type="http://schemas.openxmlformats.org/officeDocument/2006/relationships/image" Target="../media/image-8-2.svg"/><Relationship Id="rId9" Type="http://schemas.openxmlformats.org/officeDocument/2006/relationships/image" Target="../media/image23.png"/><Relationship Id="rId14" Type="http://schemas.openxmlformats.org/officeDocument/2006/relationships/image" Target="../media/image-8-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1-3.svg"/><Relationship Id="rId3" Type="http://schemas.openxmlformats.org/officeDocument/2006/relationships/image" Target="../media/image28.jpeg"/><Relationship Id="rId7" Type="http://schemas.openxmlformats.org/officeDocument/2006/relationships/image" Target="../media/image-11-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-11-3.sv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32914" y="2762142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 Tourism Automation Platform using AI &amp; n8n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12282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935316" y="4270573"/>
            <a:ext cx="1489931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8721" y="4327227"/>
            <a:ext cx="18727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&amp; AUTOMATION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519701" y="4270573"/>
            <a:ext cx="1787778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33105" y="4327227"/>
            <a:ext cx="217055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TRAVEL TECHNOLOGY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5053084" y="4279403"/>
            <a:ext cx="1787778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12" name="Rectangle 11"/>
          <p:cNvSpPr/>
          <p:nvPr/>
        </p:nvSpPr>
        <p:spPr>
          <a:xfrm>
            <a:off x="5226417" y="4304291"/>
            <a:ext cx="2120294" cy="262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6000"/>
              </a:lnSpc>
            </a:pPr>
            <a:r>
              <a:rPr lang="en-US" sz="1150" dirty="0" smtClean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   AI /ML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148655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766584" y="176349"/>
            <a:ext cx="7230411" cy="65053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9364" y="2260798"/>
            <a:ext cx="576644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042264" y="352697"/>
            <a:ext cx="6831874" cy="594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50" dirty="0"/>
          </a:p>
        </p:txBody>
      </p:sp>
      <p:sp>
        <p:nvSpPr>
          <p:cNvPr id="8" name="Text 3"/>
          <p:cNvSpPr/>
          <p:nvPr/>
        </p:nvSpPr>
        <p:spPr>
          <a:xfrm>
            <a:off x="5549364" y="3544788"/>
            <a:ext cx="576644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549364" y="3965277"/>
            <a:ext cx="576644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5549364" y="5249267"/>
            <a:ext cx="576644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50" dirty="0"/>
          </a:p>
        </p:txBody>
      </p:sp>
      <p:sp>
        <p:nvSpPr>
          <p:cNvPr id="13" name="Rectangle 12"/>
          <p:cNvSpPr/>
          <p:nvPr/>
        </p:nvSpPr>
        <p:spPr>
          <a:xfrm>
            <a:off x="5042264" y="474345"/>
            <a:ext cx="6831874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Project Overview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Smart Tourism Automation Platform is an AI-powered automation system built using n8n to simplify common travel-related tasks.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What the system does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 Collects customer travel preferences</a:t>
            </a:r>
          </a:p>
          <a:p>
            <a:r>
              <a:rPr lang="en-US" dirty="0">
                <a:solidFill>
                  <a:schemeClr val="bg1"/>
                </a:solidFill>
              </a:rPr>
              <a:t>- Generates personalized travel recommendations</a:t>
            </a:r>
          </a:p>
          <a:p>
            <a:r>
              <a:rPr lang="en-US" dirty="0">
                <a:solidFill>
                  <a:schemeClr val="bg1"/>
                </a:solidFill>
              </a:rPr>
              <a:t>- Manages booking and itinerary information</a:t>
            </a:r>
          </a:p>
          <a:p>
            <a:r>
              <a:rPr lang="en-US" dirty="0">
                <a:solidFill>
                  <a:schemeClr val="bg1"/>
                </a:solidFill>
              </a:rPr>
              <a:t>- Sends weather-based travel alerts</a:t>
            </a:r>
          </a:p>
          <a:p>
            <a:r>
              <a:rPr lang="en-US" dirty="0">
                <a:solidFill>
                  <a:schemeClr val="bg1"/>
                </a:solidFill>
              </a:rPr>
              <a:t>- Analyzes customer feedback using AI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Core Idea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Connect AI + Automation + Travel Services into one streamlined workflow.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Platform: n8n | AI: </a:t>
            </a:r>
            <a:r>
              <a:rPr lang="en-US" dirty="0" err="1">
                <a:solidFill>
                  <a:schemeClr val="bg1"/>
                </a:solidFill>
              </a:rPr>
              <a:t>OpenAI</a:t>
            </a:r>
            <a:r>
              <a:rPr lang="en-US" dirty="0">
                <a:solidFill>
                  <a:schemeClr val="bg1"/>
                </a:solidFill>
              </a:rPr>
              <a:t> | Services: Google Sheets, Gmail, Google Calendar &amp; Weather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620216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32315" y="1529655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5723" y="1517948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the Smart Tourism Automation Platform?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275723" y="1938437"/>
            <a:ext cx="5682612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intelligent system that automates end-to-end travel planning — from registration and AI-powered recommendations to booking, itinerary generation, real-time alerts, and post-trip feedback collection.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32315" y="3310830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23" y="3299123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Travel Automation is Useful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275723" y="3719612"/>
            <a:ext cx="5682612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travel planning is time-consuming and error-prone. Automation reduces human effort, ensures consistency, delivers personalised experiences, and keeps travellers informed at every stage of their journey.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32315" y="5092005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5080298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Core Idea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275723" y="5500787"/>
            <a:ext cx="5682612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 AI (OpenAI) for smart decision-making with n8n for workflow orchestration — creating a seamless, automated tourism experience.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514"/>
            <a:ext cx="10868745" cy="104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 Statement &amp; 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336343" y="1851825"/>
            <a:ext cx="5476043" cy="3450326"/>
          </a:xfrm>
          <a:prstGeom prst="roundRect">
            <a:avLst>
              <a:gd name="adj" fmla="val 4566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116183"/>
            <a:ext cx="5098029" cy="76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Travel Planning Pain Points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31075" y="2717074"/>
            <a:ext cx="5381312" cy="258507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Overwhelming amount of information to research manually</a:t>
            </a:r>
            <a:endParaRPr lang="en-US" sz="160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personalised recommendations based on preferences</a:t>
            </a:r>
            <a:endParaRPr lang="en-US" sz="160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Fragmented tools for booking, scheduling, and alerts</a:t>
            </a:r>
            <a:endParaRPr lang="en-US" sz="160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Lack of real-time travel updates and weather notifications</a:t>
            </a:r>
            <a:endParaRPr lang="en-US" sz="160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structured feedback loop to improve future trips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26426" y="2116183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Main Objectives of the Project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109313" y="2584999"/>
            <a:ext cx="5203794" cy="198397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 customer registration and data capture via webhooks</a:t>
            </a:r>
            <a:endParaRPr lang="en-US" sz="160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 AI-powered personalised travel recommendations</a:t>
            </a:r>
            <a:endParaRPr lang="en-US" sz="160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Auto-create itineraries and send booking confirmations</a:t>
            </a:r>
            <a:endParaRPr lang="en-US" sz="160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Deliver real-time travel alerts (weather, reminders)</a:t>
            </a:r>
            <a:endParaRPr lang="en-US" sz="160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Collect and analyse post-trip feedback automatically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750"/>
            <a:ext cx="10868745" cy="57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70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Proposed </a:t>
            </a:r>
            <a:r>
              <a:rPr lang="en-US" sz="3450" b="1" kern="0" spc="-7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Solution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439627" y="1244029"/>
            <a:ext cx="1147833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AI + n8n automates travel planning, booking, alerts and feedback.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857772"/>
            <a:ext cx="3512157" cy="2370336"/>
          </a:xfrm>
          <a:prstGeom prst="roundRect">
            <a:avLst>
              <a:gd name="adj" fmla="val 314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725" y="2054027"/>
            <a:ext cx="531601" cy="53161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03870" y="2200176"/>
            <a:ext cx="239210" cy="239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7725" y="2751733"/>
            <a:ext cx="3119657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Registration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7725" y="3139281"/>
            <a:ext cx="3119657" cy="892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Webhook captures user preferences, destination interest, budget, and travel dates automatically into Google Sheets.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39720" y="1857772"/>
            <a:ext cx="3512157" cy="2370336"/>
          </a:xfrm>
          <a:prstGeom prst="roundRect">
            <a:avLst>
              <a:gd name="adj" fmla="val 314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5969" y="2054027"/>
            <a:ext cx="531601" cy="53161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82115" y="2200176"/>
            <a:ext cx="239210" cy="239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5969" y="2751733"/>
            <a:ext cx="3119657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Recommendation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35969" y="3139281"/>
            <a:ext cx="3119657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OpenAI Agent analyses user data and suggests personalised destinations, activities, and travel tips.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17964" y="1857772"/>
            <a:ext cx="3512157" cy="2370336"/>
          </a:xfrm>
          <a:prstGeom prst="roundRect">
            <a:avLst>
              <a:gd name="adj" fmla="val 314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4214" y="2054027"/>
            <a:ext cx="531601" cy="53161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360360" y="2200176"/>
            <a:ext cx="239210" cy="239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4214" y="2751733"/>
            <a:ext cx="3119657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Booking &amp; Itinerary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14214" y="3139281"/>
            <a:ext cx="3119657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n8n auto-generates a day-wise itinerary, sends Gmail confirmations, and creates Google Calendar events.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61475" y="4394200"/>
            <a:ext cx="5351229" cy="1924050"/>
          </a:xfrm>
          <a:prstGeom prst="roundRect">
            <a:avLst>
              <a:gd name="adj" fmla="val 386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57725" y="4590455"/>
            <a:ext cx="531601" cy="53161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003870" y="4736604"/>
            <a:ext cx="239210" cy="239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7725" y="5288161"/>
            <a:ext cx="4958730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Travel Alerts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57725" y="5675709"/>
            <a:ext cx="4958730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Weather API triggers automated alerts for adverse conditions; reminder emails are sent before departure.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178792" y="4394200"/>
            <a:ext cx="5351329" cy="1924050"/>
          </a:xfrm>
          <a:prstGeom prst="roundRect">
            <a:avLst>
              <a:gd name="adj" fmla="val 386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75042" y="4590455"/>
            <a:ext cx="531601" cy="531614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521188" y="4736604"/>
            <a:ext cx="239210" cy="2392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75042" y="5288161"/>
            <a:ext cx="495882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Feedback &amp; Analytics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6375042" y="5675709"/>
            <a:ext cx="4958829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Post-trip feedback forms are sent via Gmail; responses are logged in Google Sheets for analytics.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566"/>
            <a:ext cx="10868745" cy="483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kern="0" spc="-37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Detailed </a:t>
            </a:r>
            <a:r>
              <a:rPr lang="en-US" sz="320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653973"/>
            <a:ext cx="11478330" cy="35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1000"/>
              </a:lnSpc>
            </a:pPr>
            <a:r>
              <a:rPr lang="en-US" sz="11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unified architecture covering all 5 workflows with key integrations: </a:t>
            </a:r>
            <a:r>
              <a:rPr lang="en-US" sz="1100" dirty="0" err="1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Webhooks</a:t>
            </a:r>
            <a:r>
              <a:rPr lang="en-US" sz="11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AI Agent/</a:t>
            </a:r>
            <a:r>
              <a:rPr lang="en-US" sz="1100" dirty="0" err="1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OpenAI</a:t>
            </a:r>
            <a:r>
              <a:rPr lang="en-US" sz="11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Google Sheets, Gmail, Google Calendar, and Weather API.</a:t>
            </a:r>
            <a:endParaRPr lang="en-US" sz="1100" dirty="0" smtClean="0"/>
          </a:p>
          <a:p>
            <a:pPr marL="0" indent="0" algn="l">
              <a:lnSpc>
                <a:spcPct val="81000"/>
              </a:lnSpc>
              <a:buNone/>
            </a:pP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78" y="1013519"/>
            <a:ext cx="9753356" cy="4992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178731"/>
            <a:ext cx="10868745" cy="611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diagram above illustrates the end-to-end automated flow — from initial user registration through AI-powered recommendations, booking and itinerary creation, real-time travel alerts, and finally post-trip feedback collection and analytics — all orchestrated by n8n with integrated services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94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19807"/>
            <a:ext cx="6296860" cy="566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b="1" kern="0" spc="-69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</a:t>
            </a:r>
            <a:r>
              <a:rPr lang="en-US" sz="3400" b="1" kern="0" spc="-6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&amp; Automation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61475" y="1327051"/>
            <a:ext cx="6296860" cy="1636316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88779" y="2014538"/>
            <a:ext cx="261336" cy="26134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538150" y="1520329"/>
            <a:ext cx="5226911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Agent (OpenAI)</a:t>
            </a:r>
            <a:endParaRPr lang="en-US" sz="1700" dirty="0"/>
          </a:p>
        </p:txBody>
      </p:sp>
      <p:sp>
        <p:nvSpPr>
          <p:cNvPr id="7" name="Text 2"/>
          <p:cNvSpPr/>
          <p:nvPr/>
        </p:nvSpPr>
        <p:spPr>
          <a:xfrm>
            <a:off x="1538150" y="1899741"/>
            <a:ext cx="5226911" cy="87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OpenAI Agent acts as the intelligent core — it reads user preferences from Google Sheets, understands natural language queries, and generates context-aware travel recommendations, itinerary descriptions, and personalised tips.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3124002"/>
            <a:ext cx="6296860" cy="1636316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88779" y="3811488"/>
            <a:ext cx="261336" cy="261342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538150" y="3317280"/>
            <a:ext cx="5226911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n8n Automation</a:t>
            </a:r>
            <a:endParaRPr lang="en-US" sz="1700" dirty="0"/>
          </a:p>
        </p:txBody>
      </p:sp>
      <p:sp>
        <p:nvSpPr>
          <p:cNvPr id="11" name="Text 4"/>
          <p:cNvSpPr/>
          <p:nvPr/>
        </p:nvSpPr>
        <p:spPr>
          <a:xfrm>
            <a:off x="1538150" y="3696692"/>
            <a:ext cx="5226911" cy="87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n8n orchestrates all workflows without manual intervention. It connects webhooks, AI agents, APIs, and Google services into seamless automated pipelines — triggering actions based on events and conditions.</a:t>
            </a:r>
            <a:endParaRPr lang="en-US" sz="13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1475" y="4920952"/>
            <a:ext cx="6296860" cy="1418729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888779" y="5499596"/>
            <a:ext cx="261336" cy="261342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538150" y="5114230"/>
            <a:ext cx="5226911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Event-Driven Triggers</a:t>
            </a:r>
            <a:endParaRPr lang="en-US" sz="1700" dirty="0"/>
          </a:p>
        </p:txBody>
      </p:sp>
      <p:sp>
        <p:nvSpPr>
          <p:cNvPr id="15" name="Text 6"/>
          <p:cNvSpPr/>
          <p:nvPr/>
        </p:nvSpPr>
        <p:spPr>
          <a:xfrm>
            <a:off x="1538150" y="5493643"/>
            <a:ext cx="5226911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workflow is triggered by specific events — a new form submission, a scheduled time, or an API response — ensuring the system reacts in real time without human input.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894"/>
            <a:ext cx="10868745" cy="518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00" b="1" kern="0" spc="-63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Technologies </a:t>
            </a:r>
            <a:r>
              <a:rPr lang="en-US" sz="3100" b="1" kern="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&amp; Integrations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334294"/>
            <a:ext cx="398651" cy="398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01130"/>
            <a:ext cx="351076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n8n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2240855"/>
            <a:ext cx="3510768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Open-source workflow automation platform that connects all services and orchestrates the 5 core workflows.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40414" y="1334294"/>
            <a:ext cx="398651" cy="3986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0414" y="1901130"/>
            <a:ext cx="351076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Webhooks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340414" y="2240855"/>
            <a:ext cx="3510768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Capture real-time user inputs from registration forms and trigger downstream automation workflows instantly.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019353" y="1334294"/>
            <a:ext cx="398651" cy="3986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19353" y="1901130"/>
            <a:ext cx="35108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OpenAI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019353" y="2240855"/>
            <a:ext cx="3510867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Provides the AI Agent for generating personalised travel recommendations, itineraries, and smart suggestions.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61475" y="3082925"/>
            <a:ext cx="398651" cy="3986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3649762"/>
            <a:ext cx="351076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Google Sheets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61475" y="3989487"/>
            <a:ext cx="3510768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Stores user registration data, preferences, booking details, and feedback responses in structured tables.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340414" y="3082925"/>
            <a:ext cx="398651" cy="3986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40414" y="3649762"/>
            <a:ext cx="351076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Gmail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4340414" y="3989487"/>
            <a:ext cx="3510768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Sends automated booking confirmations, travel alerts, reminders, and post-trip feedback request emails.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8019353" y="3082925"/>
            <a:ext cx="398651" cy="39866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19353" y="3649762"/>
            <a:ext cx="35108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Google Calendar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8019353" y="3989487"/>
            <a:ext cx="3510867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Auto-creates calendar events for each day of the itinerary, keeping travellers organised and on schedule.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1475" y="4831556"/>
            <a:ext cx="398651" cy="39866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1475" y="5398393"/>
            <a:ext cx="351076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Weather API</a:t>
            </a:r>
            <a:endParaRPr lang="en-US" sz="1550" dirty="0"/>
          </a:p>
        </p:txBody>
      </p:sp>
      <p:sp>
        <p:nvSpPr>
          <p:cNvPr id="23" name="Text 14"/>
          <p:cNvSpPr/>
          <p:nvPr/>
        </p:nvSpPr>
        <p:spPr>
          <a:xfrm>
            <a:off x="661475" y="5738118"/>
            <a:ext cx="3510768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Fetches real-time weather data for destinations and triggers automated alerts for adverse conditions.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73484"/>
            <a:ext cx="6296860" cy="1132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b="1" kern="0" spc="-69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3400" b="1" kern="0" spc="-6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Implementation &amp; Results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233360" y="1947069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98645" y="1973163"/>
            <a:ext cx="261336" cy="339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4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5785995" y="2001441"/>
            <a:ext cx="5744225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Was Implemented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785995" y="2380853"/>
            <a:ext cx="5744225" cy="87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5 workflows were built and tested in n8n — Customer Registration (webhook → Google Sheets), AI Recommendation (OpenAI Agent), Booking &amp; Itinerary (Gmail + Google Calendar), Travel Alerts (Weather API + Gmail), and Feedback &amp; Analytics (Gmail + Sheets).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33360" y="3572470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98645" y="3598565"/>
            <a:ext cx="261336" cy="339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4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5785995" y="3626842"/>
            <a:ext cx="5744225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Main Outputs &amp; Results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785995" y="4006255"/>
            <a:ext cx="5744225" cy="87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system successfully auto-generated personalised itineraries, sent booking confirmation emails, created calendar events, delivered weather-based alerts, and collected structured feedback — all without manual steps.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233360" y="5197872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98645" y="5223966"/>
            <a:ext cx="261336" cy="339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4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5785995" y="5252244"/>
            <a:ext cx="5744225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Achievement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785995" y="5631656"/>
            <a:ext cx="5744225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Demonstrated a fully automated, end-to-end smart tourism pipeline using free-tier tools — proving that intelligent travel automation is achievable with accessible technology.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04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Scope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21334"/>
            <a:ext cx="5339820" cy="1573609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9531" y="1829395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chemeClr val="bg1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🛫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Live Booking APIs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69531" y="2249884"/>
            <a:ext cx="492370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Integrate real flight, hotel, and transport booking APIs (Skyscanner, Amadeus) for end-to-end reservations.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621334"/>
            <a:ext cx="5339919" cy="1573609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98358" y="1829395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chemeClr val="accent1">
                    <a:lumMod val="75000"/>
                  </a:schemeClr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More Travel APIs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98358" y="2249884"/>
            <a:ext cx="492380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APIs for attractions, local transport, currency conversion, and visa information for richer recommendations.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1950" y="3374429"/>
            <a:ext cx="5339820" cy="1327944"/>
          </a:xfrm>
          <a:prstGeom prst="roundRect">
            <a:avLst>
              <a:gd name="adj" fmla="val 597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9531" y="3592016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chemeClr val="accent2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b="1" kern="0" spc="-37" dirty="0">
                <a:solidFill>
                  <a:schemeClr val="accent2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Better Analytics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69531" y="4012505"/>
            <a:ext cx="492370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a visual analytics dashboard to track user behaviour, popular destinations, and feedback trends.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383955"/>
            <a:ext cx="5339919" cy="1327944"/>
          </a:xfrm>
          <a:prstGeom prst="roundRect">
            <a:avLst>
              <a:gd name="adj" fmla="val 597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8358" y="3592016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F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Error Handling / Retry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98358" y="4012505"/>
            <a:ext cx="49238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 robust error handling and automatic retry logic in n8n workflows for production reliability.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900910"/>
            <a:ext cx="5339820" cy="1327944"/>
          </a:xfrm>
          <a:prstGeom prst="roundRect">
            <a:avLst>
              <a:gd name="adj" fmla="val 597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9531" y="5108972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92D05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Human Approval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69531" y="5529461"/>
            <a:ext cx="492370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a manual approval step before final booking confirmation for user control and safety.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4900910"/>
            <a:ext cx="5339919" cy="1327944"/>
          </a:xfrm>
          <a:prstGeom prst="roundRect">
            <a:avLst>
              <a:gd name="adj" fmla="val 597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8358" y="5108972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🗺</a:t>
            </a:r>
            <a:r>
              <a:rPr lang="en-US" sz="1850" b="1" kern="0" spc="-37" dirty="0">
                <a:solidFill>
                  <a:schemeClr val="accent4">
                    <a:lumMod val="60000"/>
                    <a:lumOff val="40000"/>
                  </a:schemeClr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️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More Destinations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398358" y="5529461"/>
            <a:ext cx="49238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Expand the AI knowledge base to cover more global destinations, languages, and cultural contexts.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43620"/>
            <a:ext cx="6296860" cy="566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b="1" kern="0" spc="-69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3400" b="1" kern="0" spc="-6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33360" y="1350863"/>
            <a:ext cx="6296860" cy="14187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02832" y="1544141"/>
            <a:ext cx="5834115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Summary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502832" y="1923554"/>
            <a:ext cx="5834115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Smart Tourism Automation Platform successfully demonstrates how AI (OpenAI) and workflow automation (n8n) can transform the travel planning experience — making it faster, smarter, and fully automated.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233360" y="2930227"/>
            <a:ext cx="6296860" cy="18047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02832" y="3123505"/>
            <a:ext cx="5834115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Benefits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502832" y="3502918"/>
            <a:ext cx="5834115" cy="1038820"/>
          </a:xfrm>
          <a:prstGeom prst="rect">
            <a:avLst/>
          </a:prstGeom>
          <a:noFill/>
          <a:ln/>
        </p:spPr>
        <p:txBody>
          <a:bodyPr wrap="square" lIns="0" tIns="69700" rIns="0" bIns="0" rtlCol="0" anchor="t">
            <a:normAutofit/>
          </a:bodyPr>
          <a:lstStyle/>
          <a:p>
            <a:pPr marL="274320" indent="-274320" algn="l">
              <a:lnSpc>
                <a:spcPct val="104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Eliminates manual effort in travel planning and booking</a:t>
            </a:r>
            <a:endParaRPr lang="en-US" sz="1350" dirty="0"/>
          </a:p>
          <a:p>
            <a:pPr marL="274320" indent="-274320" algn="l">
              <a:lnSpc>
                <a:spcPct val="104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Delivers personalised, AI-driven recommendations</a:t>
            </a:r>
            <a:endParaRPr lang="en-US" sz="1350" dirty="0"/>
          </a:p>
          <a:p>
            <a:pPr marL="274320" indent="-274320" algn="l">
              <a:lnSpc>
                <a:spcPct val="104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Keeps travellers informed with real-time alerts</a:t>
            </a:r>
            <a:endParaRPr lang="en-US" sz="1350" dirty="0"/>
          </a:p>
          <a:p>
            <a:pPr marL="274320" indent="-274320" algn="l">
              <a:lnSpc>
                <a:spcPct val="104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Creates a closed feedback loop for continuous improvement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233360" y="4895652"/>
            <a:ext cx="6296860" cy="14187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02832" y="5088930"/>
            <a:ext cx="5834115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Overall Outcome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502832" y="5468342"/>
            <a:ext cx="5834115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project proves that a fully automated, intelligent tourism platform is achievable using accessible, open-source tools — paving the way for smarter, more efficient travel experiences in the future.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1065</Words>
  <Application>Microsoft Office PowerPoint</Application>
  <PresentationFormat>Widescreen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Geist</vt:lpstr>
      <vt:lpstr>Arial</vt:lpstr>
      <vt:lpstr>Twemoji Mozilla</vt:lpstr>
      <vt:lpstr>Geist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Windows User</cp:lastModifiedBy>
  <cp:revision>3</cp:revision>
  <dcterms:created xsi:type="dcterms:W3CDTF">2026-08-21T13:22:01Z</dcterms:created>
  <dcterms:modified xsi:type="dcterms:W3CDTF">2026-08-21T13:44:01Z</dcterms:modified>
</cp:coreProperties>
</file>